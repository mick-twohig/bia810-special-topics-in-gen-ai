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C9D1-FAE3-BE28-290F-06E7A241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9BA5F-5035-CFDE-8723-2CBD75E69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1D55C-5E9F-3307-3735-27EBCB24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D2EB7-084D-B7F3-C1F4-4248BB2C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30AD-34E1-8886-13B5-60A985C3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48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8416-4C65-1DAE-E695-8303A994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0600-CD18-D19D-42D7-1B159E526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032FB-B176-C7E0-FF54-C0C3EF55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38ED7-FBC6-1D20-7BF2-E44B6297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BAD1C-7926-91B0-9155-B417F472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8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E1A8-9A99-2247-F5DF-BFD97BC8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00108-38D0-617F-8FA5-C3CD66A18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E9DDF-9F6C-B6BC-6925-CED87088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34FE9-9682-BEBB-C923-A98AD43F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215E8-0A68-C038-D176-896F62F8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7CF7-F5A2-7823-B0B9-B14B0767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2F66C-1216-B329-CD38-5B5B4CA2C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26D83-E1AA-83B5-FD6E-BD9D41980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0FB5D-0763-6CB3-4972-5711EE85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B0828-E828-C0DD-66B2-47A7BF7B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2597A-0160-0DD3-784E-5BA8885A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5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CF5C-B756-0D4D-8A10-8C937A66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FB513-AFE4-1AA7-27FC-02274C88D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0B087-4F55-F9DA-7986-020F9B626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ECD563-2BDF-AF9F-991C-ECF7FE210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AF4F4-9861-9F28-3AB5-0D5CCF0FF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92C04-CB9D-82DE-D103-52E7CAC4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1F95A-7121-7768-6663-0D08BB72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60E02-1FCE-DA4D-8132-79B433DA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B067-8657-BAE2-3FE4-229868DF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917C6-0E36-78E0-2FD4-1AF2C96D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4F365-510B-878D-E072-561E1639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A89B5-AA63-4E12-C4B9-B90CAD28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7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E3C4C6-FAB7-FE5F-6DC3-A61CFB89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27890-EFF4-BD28-58E9-1B496B83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04DC0-F670-7DA8-A388-A678A4C7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3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8DF3-67B8-7036-5B58-2BA19A78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D3B0A-974E-D159-27C8-233AFD07A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D36C9-160E-C29C-A208-C085CF768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08736-22C9-2949-472B-4ED5AC1C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03351-6E6B-C416-64B1-AE4ABE15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E6D9C-0116-117F-FEF1-452CFC3F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9FCF-3A16-20A0-3BCA-9407319E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84362-25A0-FC1E-4834-A881710A9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24391-C5A8-1F0A-F811-33AD4A69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18909-0B10-5AA4-403F-920F1A0D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926C0-E32C-552B-6694-3B8A4170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1C953-EDB9-8931-4A55-EE80DE56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3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5861-5CBB-B9CF-C049-AC906909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BDC49-FC13-C594-CCAC-0F87BCC94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AE9E7-1CCF-59DB-D7D7-475B9849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D47BE-0AAC-E80F-4DE9-A03D14D8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5D117-8C6E-62CF-215E-3723C0B8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19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AFBA5A-E20E-F58B-ADD2-E1718ED5C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2DD79-E634-69BB-674C-527BEAF92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C3067-F34A-7C32-4748-D4E55B08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BC5E1-90E4-4725-0E63-44BF857F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826D1-8E39-C562-A72F-FD60A57F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0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FEBBA-365C-8EB2-F41D-29A584B2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4049F-216F-FAB7-AD94-9D0775A61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BA52F-37DB-3476-7986-EC051C5C3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463B4-3CF5-0B4F-89F5-51FB127A16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E32C7-E722-40AE-B211-51A13A7EB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50820-3021-9423-5B8C-055ABEE57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91426-1B07-4445-BFE5-CADF82085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5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7FD2A3-B3EB-39CD-34CA-6B7510D5F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3" y="502748"/>
            <a:ext cx="11655412" cy="577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29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38B7-3E7D-B505-69A5-BDEC82EB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111711-BFB5-08DA-2599-2CE896F27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1376"/>
            <a:ext cx="7772400" cy="617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1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A353-67AE-26F6-DA1F-CFB3E68F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371274-1E12-1A17-74B9-84C15AFB1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0" y="167031"/>
            <a:ext cx="11314449" cy="613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7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Mick Twohig</dc:creator>
  <cp:lastModifiedBy>Mick Twohig</cp:lastModifiedBy>
  <cp:revision>2</cp:revision>
  <dcterms:created xsi:type="dcterms:W3CDTF">2026-04-21T23:06:26Z</dcterms:created>
  <dcterms:modified xsi:type="dcterms:W3CDTF">2026-04-21T23:27:19Z</dcterms:modified>
</cp:coreProperties>
</file>